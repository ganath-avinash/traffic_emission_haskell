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7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315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nath-avinash.github.io/Traffic_Emission_Haskell/scotty-web/static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03420" y="2054088"/>
            <a:ext cx="7315200" cy="6400800"/>
          </a:xfrm>
          <a:prstGeom prst="ellipse">
            <a:avLst/>
          </a:prstGeom>
          <a:solidFill>
            <a:srgbClr val="2D1B69">
              <a:alpha val="50000"/>
            </a:srgbClr>
          </a:solidFill>
          <a:ln w="12700">
            <a:solidFill>
              <a:srgbClr val="2D1B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6400800" y="3200400"/>
            <a:ext cx="4572000" cy="2743200"/>
          </a:xfrm>
          <a:prstGeom prst="ellipse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89738"/>
            <a:ext cx="2377440" cy="347472"/>
          </a:xfrm>
          <a:prstGeom prst="roundRect">
            <a:avLst>
              <a:gd name="adj" fmla="val 39474"/>
            </a:avLst>
          </a:prstGeom>
          <a:solidFill>
            <a:srgbClr val="1F1F4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383280" y="182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 MINI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0335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TransportSense: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172418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Transport Emission Analytics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65810" y="257175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Programming Approach to Global Emission Intelligence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3134880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7062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sz="1200" dirty="0">
              <a:solidFill>
                <a:srgbClr val="C4B5F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Ganath Avinash G.R      24118</a:t>
            </a:r>
          </a:p>
          <a:p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J S 	               24119</a:t>
            </a:r>
          </a:p>
          <a:p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Lohith Krishnan B          24153
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47183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transport sector contributes ~24% of global CO₂ emissions, yet existing monitoring tools are fragmented, framework-heavy, and lack predictive capability.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TransportSense is a high-performance web platform that analyzes, visualizes, and forecasts transport emissions across 196 countries using 16 years of data (2010–2025).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 entirely in Haskell (a purely functional language) for the backend data engine, and zero-dependency vanilla JavaScript for the frontend — demonstrating how functional programming concepts (HOFs, ADTs, pure functions, monoids) can be applied to real-world large-scale data analytics.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(Continued)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comprises 18 Haskell modules covering emission calculation, sensitivity analysis, policy simulation, trend analysis, ranking, statistical computation, and automated JSON export.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features 8 interactive dashboard pages: Global Stats, Sensitivity Matrix, Country Comparison, Modal Split Analysis, Time Animation, Emission Calculator, Dataset Import, and AI Prediction.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context-grounded AI chatbot (Llama 3.1 via Groq API) lets users query the dataset conversationally, and a custom linear regression engine forecasts emission trends up to 2035.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295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Figures — Why This System is Needed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753984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114300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0515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~8.7 Gt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8912" y="1527048"/>
            <a:ext cx="2596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CO₂/year from transport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(IEA, 2023)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743200" cy="114300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01568" y="10515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4992" y="1527048"/>
            <a:ext cx="2596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transport emissions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road transport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114300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10515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91072" y="1527048"/>
            <a:ext cx="2596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increase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2050 (ITF)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603808"/>
            <a:ext cx="8321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is the fastest-growing source of CO₂ emissions globally — responsible for ~8.7 Gt CO₂/year.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 alone accounts for ~75% of all transport emissions; private cars are the single largest contributor.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intervention, transport emissions are projected to increase by 16% by 2050 (ITF Transport Outlook).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emission dashboards only display historical data — lacking predictive forecasting, sensitivity analysis, or policy simulation.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Figures (Continued)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shift from car to rail or cycling can reduce per-trip emissions by 60–90%, yet no widely-available interactive tool lets users model these shifts per country.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adoption varies wildly — from &lt;1% to &gt;25% across countries — requiring localized, country-specific analysis rather than global averages.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exists (EU transport datasets, IEA reports) but is trapped in CSV/PDF formats — there is a critical need for interactive, browser-based exploration tools.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Existing tools are fragmented and static. TransportSense addresses the complete gap — real-time analytics, forecasting, and policy simulation in one platform.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Creutzig et al. (2022) — Climate change mitigation in transport: Comprehensive review of transport decarbonization pathways, emphasizing modal shift and demand-side strategies.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IEA (2023) — CO₂ Emissions in 2023: Global analysis of sector emission trends; transport identified as the hardest-to-abate energy end-use sector.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Rodrigue (2020) — The Geography of Transport Systems: Foundational textbook on modal split analysis and transport sustainability metrics.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Brand et al. (2021) — Road to zero: Modeled future transport scenarios using policy simulation and linear trend extrapolation.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(Continued)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Hudak (2000) — The Haskell School of Expression: Demonstrated how functional programming and algebraic data types can model real-world domain problems compositionally.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O'Sullivan et al. (2008) — Real World Haskell: Showed practical Haskell applications for data parsing, IO handling, and modular program design.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Pollet et al. (2019) — Dashboard Design for Climate Data: Studied effective visualization strategies for emission data using interactive charts.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Meta AI (2024) — Llama 3: Open Foundation Models: Introduced the Llama 3 LLM architecture used for context-grounded conversational AI in analytics systems.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4206240" cy="178308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Analytics: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(IEA Data Explorer, Our World in Data) provide only static historical visualizations — no real-time sensitivity analysis or what-if policy simulation.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206240" cy="178308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0584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9728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Dataset Import: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widely available tool allows users to import their own localized transport datasets and instantly generate analytic dashboards.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206240" cy="178308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6324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 Problem: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AI tools (ChatGPT, Gemini) are not grounded in the user's specific dataset and frequently hallucinate emission statistics.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4206240" cy="178308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7180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6324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Functional Programming Use: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transport analytics platforms use bloated JS frameworks — there is no demonstrated use of Haskell for a production emission analytics engine.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the Proposed System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First-of-its-kind use of Haskell and functional programming (HOFs, ADTs, pattern matching, functor/monoid abstractions) to build a modular emission calculation, sensitivity analysis, and policy simulation engine with 18 composable modules.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Context-grounded AI assistant: Llama 3.1 LLM is fed a compressed payload of the currently-loaded dataset at query time, forcing data-specific answers — eliminating hallucinations.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custom dataset importing: Users can drag-and-drop any JSON file matching the schema to instantly generate a full localized mini-dashboard — no server processing required.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linear regression forecasting engine (implemented from scratch, not a library) predicting CO₂, Green Score, and Motorisation trends per country up to 2035.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94896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Modules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71668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0520" y="1783080"/>
            <a:ext cx="5029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60520" y="3794760"/>
            <a:ext cx="5029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2788920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788920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60120"/>
            <a:ext cx="4206240" cy="182880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960120"/>
            <a:ext cx="420624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978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Haskell Backend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1307592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modules: </a:t>
            </a:r>
          </a:p>
          <a:p>
            <a:pPr marL="0" indent="0">
              <a:buNone/>
            </a:pPr>
            <a:endParaRPr lang="en-US" sz="1200" b="1" dirty="0">
              <a:solidFill>
                <a:srgbClr val="C4B5F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Types.hs</a:t>
            </a: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DatasetLoader.hs · Preprocessing.hs · EmissionCalculator.hs · EmissionEngine.hs · Sensitivity.hs · PolicyModel.hs · TrendAnalysis.hs · Statistics.hs · Ranking.hs · ModeAnalysis.hs · CityAggregation.hs · JsonExport.hs (11 JSON files)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206240" cy="182880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20624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978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Interactive Frontend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307592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solidFill>
                <a:srgbClr val="C4B5F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vanilla JS + Chart.js · 8 dashboard pages · Glassmorphism UI · Dark/light themes · Animated particle background · Bar, line, doughnut, stacked charts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420624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90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AI Prediction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19272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OLS linear regression (10-year forecast, no library) · Groq API + Llama 3.1-8B context-grounded chatbot · Dataset payload injection</a:t>
            </a:r>
          </a:p>
          <a:p>
            <a:pPr marL="0" indent="0">
              <a:buNone/>
            </a:pPr>
            <a:endParaRPr lang="en-US" sz="1200" dirty="0">
              <a:solidFill>
                <a:srgbClr val="C4B5F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both provided dataset and from global information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206240" cy="182880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71800"/>
            <a:ext cx="420624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90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Deployment Pipeline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319272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(nginx:alpine) · Railway.app CI/CD · Firebase Authentication</a:t>
            </a:r>
          </a:p>
          <a:p>
            <a:pPr marL="0" indent="0">
              <a:buNone/>
            </a:pPr>
            <a:endParaRPr lang="en-US" sz="1200" dirty="0">
              <a:solidFill>
                <a:srgbClr val="C4B5F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:</a:t>
            </a:r>
            <a:b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Scotty -&gt; </a:t>
            </a:r>
            <a:r>
              <a:rPr lang="en-US" sz="12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</a:t>
            </a:r>
            <a:r>
              <a:rPr lang="en-US" sz="12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350" b="1" dirty="0">
              <a:solidFill>
                <a:srgbClr val="C4B5F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 Backend: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source modules (~35,000+ bytes) of pure functional code — HOFs, ADTs, pattern matching, guards for composable emission modeling.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Dashboard: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countries × 16 years · 8 interactive pages · 20+ Chart.js visualizations · theme-aware adaptive color rendering.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Simulation: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scenarios (Rail Push, EV Transition, Active Mobility, Bus Rapid Transit, Zero Car City) with automated CO₂ reduction calculation.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Context-Grounded AI: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dataset payload injected into Llama 3.1 system prompt — ensuring zero-hallucination, data-specific chatbot responses.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Forecasting + Import: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linear regression engine (trends to 2035) and drag-and-drop dataset importer with CSV-to-JSON converter.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200400"/>
          </a:xfrm>
          <a:prstGeom prst="ellipse">
            <a:avLst/>
          </a:prstGeom>
          <a:solidFill>
            <a:srgbClr val="4C1D95">
              <a:alpha val="2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2743200"/>
          </a:xfrm>
          <a:prstGeom prst="ellipse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2286000" cy="3657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International Energy Agency, "CO₂ Emissions in 2023," IEA, Paris, 2024.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F. Creutzig et al., "Climate change mitigation in transport," Annual Review of Environment and Resources, vol. 47, pp. 343–380, 2022.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Scotty Web Framework Documentation, Hackage. [Online]. Available: https://hackage.haskell.org/package/scotty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Chart.js Contributors, "Chart.js: Simple yet flexible JavaScript charting." [Online]. Available: https://www.chartjs.org/docs/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Meta AI, "Llama 3 Model Card," 2024. [Online]. Available: https://ai.meta.com/blog/meta-llama-3/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Groq Inc., "Groq API Documentation." [Online]. Available: https://console.groq.com/docs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7315200" cy="6400800"/>
          </a:xfrm>
          <a:prstGeom prst="ellipse">
            <a:avLst/>
          </a:prstGeom>
          <a:solidFill>
            <a:srgbClr val="3B0764">
              <a:alpha val="55000"/>
            </a:srgbClr>
          </a:solidFill>
          <a:ln w="12700">
            <a:solidFill>
              <a:srgbClr val="3B07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5486400" cy="4572000"/>
          </a:xfrm>
          <a:prstGeom prst="ellipse">
            <a:avLst/>
          </a:prstGeom>
          <a:solidFill>
            <a:srgbClr val="1E1B4B">
              <a:alpha val="50000"/>
            </a:srgbClr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400" dirty="0" err="1">
                <a:hlinkClick r:id="rId3"/>
              </a:rPr>
              <a:t>TransportSense</a:t>
            </a:r>
            <a:r>
              <a:rPr lang="en-IN" sz="1400" dirty="0">
                <a:hlinkClick r:id="rId3"/>
              </a:rPr>
              <a:t> — AI-Powered Transport Emission Analytics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1466</Words>
  <Application>Microsoft Office PowerPoint</Application>
  <PresentationFormat>On-screen Show (16:9)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TransportSense: AI-Powered Transport Emission Analytics</dc:title>
  <dc:subject>PptxGenJS Presentation</dc:subject>
  <dc:creator>PptxGenJS</dc:creator>
  <cp:lastModifiedBy>Ganath Avinash</cp:lastModifiedBy>
  <cp:revision>2</cp:revision>
  <dcterms:created xsi:type="dcterms:W3CDTF">2026-03-26T15:38:12Z</dcterms:created>
  <dcterms:modified xsi:type="dcterms:W3CDTF">2026-03-26T16:28:03Z</dcterms:modified>
</cp:coreProperties>
</file>